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Fraunces ExtraBold" panose="020B0604020202020204" charset="0"/>
      <p:regular r:id="rId12"/>
    </p:embeddedFont>
    <p:embeddedFont>
      <p:font typeface="Nobile" panose="020B0604020202020204" charset="0"/>
      <p:regular r:id="rId13"/>
    </p:embeddedFont>
    <p:embeddedFont>
      <p:font typeface="Nobil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72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357511"/>
            <a:ext cx="3681023" cy="287139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774879" y="1414165"/>
            <a:ext cx="40637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APT · DUOC UC · INGENIERÍA EN INFORMÁTICA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174403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MediTrack: Asistente Móvil de Seguimiento Médico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3775670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Centralización automatizada de atenciones médicas y medicamentos para pacientes crónicos, a través de una app móvil inteligente con widgets nativos.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Equipo: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Eduardo González (Scrum Master &amp; UX) · Jorge Garrido (Backend &amp; Integración) · Matías Riveros (Mobile &amp; Widgets)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9" y="134938"/>
            <a:ext cx="4391907" cy="65880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9017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Problemática y Oportunidad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0435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Fragmentación digital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40435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Las notificaciones médicas llegan dispersas en correos no estandarizados, sin un punto central de consulta.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0435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Pérdida de horas médicas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40435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Los olvidos recurrentes en controles periódicos y consultas preventivas generan ausencias evitables.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0435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Baja adherencia terapéutica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40435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La falta de alertas pasivas y seguimiento continuo de esquemas farmacológicos compromete los tratamientos.</a:t>
            </a: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FE59BE7-0B1E-F595-FF1B-EAEB3A008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89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Solución Propuesta: MediTrack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001937"/>
            <a:ext cx="2175019" cy="3728145"/>
          </a:xfrm>
          <a:prstGeom prst="roundRect">
            <a:avLst>
              <a:gd name="adj" fmla="val 78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4822208" y="2190948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8176" y="2346821"/>
            <a:ext cx="255085" cy="2550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22208" y="2946995"/>
            <a:ext cx="17970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Integración OAuth 2.0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822208" y="3726557"/>
            <a:ext cx="179700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Acceso delegado seguro a correos electrónicos sin almacenar credenciales del usuario.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997227" y="2001937"/>
            <a:ext cx="2175118" cy="3728145"/>
          </a:xfrm>
          <a:prstGeom prst="roundRect">
            <a:avLst>
              <a:gd name="adj" fmla="val 78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6"/>
          <p:cNvSpPr/>
          <p:nvPr/>
        </p:nvSpPr>
        <p:spPr>
          <a:xfrm>
            <a:off x="7186234" y="2190948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202" y="2346821"/>
            <a:ext cx="255085" cy="2550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86234" y="2946995"/>
            <a:ext cx="179710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Motor Inteligente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7186234" y="3726557"/>
            <a:ext cx="179710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Extracción automática de campos clave: fecha, hora, médico, lugar y medicamentos.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9361353" y="2001937"/>
            <a:ext cx="2175118" cy="3728145"/>
          </a:xfrm>
          <a:prstGeom prst="roundRect">
            <a:avLst>
              <a:gd name="adj" fmla="val 78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0"/>
          <p:cNvSpPr/>
          <p:nvPr/>
        </p:nvSpPr>
        <p:spPr>
          <a:xfrm>
            <a:off x="9550360" y="2190948"/>
            <a:ext cx="567021" cy="567035"/>
          </a:xfrm>
          <a:prstGeom prst="ellipse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6327" y="2346821"/>
            <a:ext cx="255085" cy="2550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50360" y="2946995"/>
            <a:ext cx="179710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App con Widgets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550360" y="3726557"/>
            <a:ext cx="179710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Dashboard interactivo y recordatorios visuales directamente en la pantalla de inicio.</a:t>
            </a:r>
            <a:endParaRPr lang="en-US" sz="14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E5E9A1A7-CD31-CAB3-D663-B76DA94F61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99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Impacto y Grupo Objetivo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4801"/>
            <a:ext cx="1524756" cy="1524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358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Pacientes Crónicos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4451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Personas con hipertensión, diabetes y afecciones que requieren control estricto y seguimiento continuo.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374801"/>
            <a:ext cx="1524756" cy="1524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358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Adultos Mayores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4451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Interfaz accesible con visualización directa que reduce las barreras tecnológicas.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374801"/>
            <a:ext cx="1524756" cy="1524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358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Cuidadores Familiares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4451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Supervisión y sincronización unificada de agendas médicas para el apoyo familiar efectivo.</a:t>
            </a:r>
            <a:endParaRPr lang="en-US" sz="14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BF726B4-0A93-8AC0-01A9-FECFCBF41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345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Arquitectura de Software y Seguridad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2795"/>
            <a:ext cx="10868745" cy="4974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2865" y="1762808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Frontend Móvil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622865" y="2148836"/>
            <a:ext cx="2650038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UI accesible, sincronización automática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8521" y="3247481"/>
            <a:ext cx="2436325" cy="60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Motor de Extracción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8521" y="3934051"/>
            <a:ext cx="2436325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Patrones regex y parseo de emails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865" y="4241938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API Backend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22865" y="4627966"/>
            <a:ext cx="2650038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Ingesta de datos y OAuth 2.0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6162873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La arquitectura de tres capas garantiza separación de responsabilidades, seguridad en el manejo de datos y flexibilidad para el usuario final.</a:t>
            </a:r>
            <a:endParaRPr lang="en-US" sz="9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E77DFC9-7E2F-30A7-C4FE-9BD4C4408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45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Competencias del Perfil de Egreso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02520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943" y="2710755"/>
            <a:ext cx="48437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Desarrollo Móvil Multiplataforma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133943" y="3119438"/>
            <a:ext cx="48437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Construcción de aplicaciones nativas e híbridas con componentes de interfaz reutilizables.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02520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6383" y="2710755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Integración de Sistemas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86383" y="3119438"/>
            <a:ext cx="4843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Implementación de protocolos de autorización segura OAuth 2.0 y APIs REST.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35338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943" y="4143573"/>
            <a:ext cx="48437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Bases de Datos Relacionales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133943" y="4552255"/>
            <a:ext cx="48437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Modelado, diseño y administración de esquemas de datos optimizados para el dominio médico.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35338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86383" y="4143573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Ciberseguridad y Privacidad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86383" y="4552255"/>
            <a:ext cx="4843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Aplicación de estándares de seguridad, protección de datos sensibles y pruebas de software.</a:t>
            </a:r>
            <a:endParaRPr lang="en-US" sz="14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1D9E3B6-2D0B-C449-47C3-A4DEAD65B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Matriz de Evidencias de Evaluación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083148" y="1580257"/>
            <a:ext cx="25399" cy="4666059"/>
          </a:xfrm>
          <a:prstGeom prst="roundRect">
            <a:avLst>
              <a:gd name="adj" fmla="val 50001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341605" y="1780183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883227" y="1580257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954117" y="161567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475" y="1645146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Avance 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2053828"/>
            <a:ext cx="448933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Repositorio GitHub activo, backend funcional y autenticación delegada OAuth 2.0 implementada.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83069" y="2914253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883227" y="2714327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954117" y="274974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2" y="2779216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Avance 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040882" y="3187898"/>
            <a:ext cx="44893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Prototipos UI/UX en Figma validados y motor de extracción operando con mock data real.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1605" y="3891756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5883227" y="3691830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954117" y="37272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475" y="3756720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Entrega Final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165402"/>
            <a:ext cx="448933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Aplicación móvil completamente conectada con widgets de inicio operativos y sincronización activa.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83069" y="4869259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883227" y="4669334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954117" y="470475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2" y="4734223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Cierre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040882" y="5142905"/>
            <a:ext cx="448933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Matriz de pruebas en sandbox, métricas de usabilidad documentadas y memoria técnica completa.</a:t>
            </a:r>
            <a:endParaRPr lang="en-US" sz="145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E5B3706-B5E3-4147-3A13-07704070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523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Cronograma de Trabajo — 18 Semanas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9674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Fase 1 · Semanas 1–4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92872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Levantamiento de requerimientos, diseño UI/UX y modelado de datos relacional.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46752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Fase 2 · Semanas 5–14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663652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Construcción del backend, integración OAuth 2.0, desarrollo de la app móvil y widgets nativos.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21058" y="383830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Fase 3 · Semanas 15–18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21058" y="4034433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Pruebas en sandbox, corrección de bugs, redacción del informe final y preparación de defensa.</a:t>
            </a:r>
            <a:endParaRPr lang="en-US" sz="7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13256C2-F48C-62A6-592F-F23D353D3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58866"/>
            <a:ext cx="1120237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6660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Preguntas y Respuestas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1694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Agradecemos la atención de la comisión evaluadora. Estamos disponibles para la demostración técnica del flujo end-to-end y para resolver cualquier consulta sobre el proyecto.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336826"/>
            <a:ext cx="6296860" cy="2178248"/>
          </a:xfrm>
          <a:prstGeom prst="roundRect">
            <a:avLst>
              <a:gd name="adj" fmla="val 781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61475" y="3336826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141764" y="0"/>
                </a:moveTo>
                <a:lnTo>
                  <a:pt x="6155096" y="0"/>
                </a:lnTo>
                <a:arcTo wR="141764" hR="141768" stAng="16200000" swAng="5400000"/>
                <a:lnTo>
                  <a:pt x="6296860" y="1089124"/>
                </a:lnTo>
                <a:lnTo>
                  <a:pt x="0" y="1089124"/>
                </a:lnTo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50482" y="3525838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Demo Técnica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3934520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Flujo completo end-to-end de MediTrack en entorno real.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25950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0" y="0"/>
                </a:moveTo>
                <a:lnTo>
                  <a:pt x="6296860" y="0"/>
                </a:lnTo>
                <a:lnTo>
                  <a:pt x="6296860" y="947357"/>
                </a:lnTo>
                <a:arcTo wR="141764" hR="141768" stAng="0" swAng="5400000"/>
                <a:lnTo>
                  <a:pt x="141764" y="1089124"/>
                </a:lnTo>
                <a:arcTo wR="141764" hR="141768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61475" y="4425950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50482" y="461496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Duoc UC · Puerto Montt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02364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Ingeniería en Informática — Proyecto de Portafolio de Título.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Panorámica</PresentationFormat>
  <Paragraphs>77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Fraunces ExtraBold</vt:lpstr>
      <vt:lpstr>Nobile</vt:lpstr>
      <vt:lpstr>Arial</vt:lpstr>
      <vt:lpstr>Nobile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EDUARDO GUILLERMO GONZALEZ SILVA</cp:lastModifiedBy>
  <cp:revision>2</cp:revision>
  <dcterms:created xsi:type="dcterms:W3CDTF">2026-10-28T13:52:13Z</dcterms:created>
  <dcterms:modified xsi:type="dcterms:W3CDTF">2026-10-28T14:41:32Z</dcterms:modified>
</cp:coreProperties>
</file>